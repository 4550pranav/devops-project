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A9396">
              <a:alpha val="25000"/>
            </a:srgbClr>
          </a:solidFill>
          <a:ln w="12700">
            <a:solidFill>
              <a:srgbClr val="0A9396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94D2BD">
              <a:alpha val="15000"/>
            </a:srgbClr>
          </a:solidFill>
          <a:ln w="12700">
            <a:solidFill>
              <a:srgbClr val="94D2BD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CA2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Monitoring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Autoscaling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FitMotion Web Application on Kubernetes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2926080" cy="457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Kumar
</a:t>
            </a:r>
            <a:pPr indent="0" marL="0">
              <a:buNone/>
            </a:pPr>
            <a:r>
              <a:rPr lang="en-US" sz="14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12209660   </a:t>
            </a:r>
            <a:pPr indent="0" marL="0">
              <a:buNone/>
            </a:pPr>
            <a:r>
              <a:rPr lang="en-US" sz="14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  </a:t>
            </a:r>
            <a:pPr indent="0" marL="0">
              <a:buNone/>
            </a:pPr>
            <a:r>
              <a:rPr lang="en-US" sz="14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4OM05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— Kubernetes · Docker · Prometheus · Grafana · HPA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03920" y="137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60520" cy="1600200"/>
          </a:xfrm>
          <a:prstGeom prst="rect">
            <a:avLst/>
          </a:prstGeom>
          <a:solidFill>
            <a:srgbClr val="EAF6F6"/>
          </a:solidFill>
          <a:ln w="19050">
            <a:solidFill>
              <a:srgbClr val="0A93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25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Containerize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6733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the FitMotion React app using a multi-stage Dockerfile (build → Nginx serve)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60520" cy="1600200"/>
          </a:xfrm>
          <a:prstGeom prst="rect">
            <a:avLst/>
          </a:prstGeom>
          <a:solidFill>
            <a:srgbClr val="FFF8E7"/>
          </a:solidFill>
          <a:ln w="19050">
            <a:solidFill>
              <a:srgbClr val="EE9B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325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  Deploy on K8s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6733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on Minikube (local Kubernetes) with deployment + service manifests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60520" cy="1600200"/>
          </a:xfrm>
          <a:prstGeom prst="rect">
            <a:avLst/>
          </a:prstGeom>
          <a:solidFill>
            <a:srgbClr val="EAF6F6"/>
          </a:solidFill>
          <a:ln w="19050">
            <a:solidFill>
              <a:srgbClr val="0A93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154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Monitor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35021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 via Kube-Prometheus-Stack (Prometheus + Grafana) installed with Helm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4160520" cy="1600200"/>
          </a:xfrm>
          <a:prstGeom prst="rect">
            <a:avLst/>
          </a:prstGeom>
          <a:solidFill>
            <a:srgbClr val="FFF8E7"/>
          </a:solidFill>
          <a:ln w="19050">
            <a:solidFill>
              <a:srgbClr val="EE9B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3154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Auto-Scale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35021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automatically scales pods from 2 → 10 when CPU exceeds the threshold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Kumar  |  Reg: 12209660  |  Sec: 4OM05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03920" y="137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486400" cy="749808"/>
          </a:xfrm>
          <a:prstGeom prst="rect">
            <a:avLst/>
          </a:prstGeom>
          <a:solidFill>
            <a:srgbClr val="EAF6F6"/>
          </a:solidFill>
          <a:ln w="1905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FitMotion (React + Vite)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270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 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1892808"/>
            <a:ext cx="0" cy="146304"/>
          </a:xfrm>
          <a:prstGeom prst="line">
            <a:avLst/>
          </a:prstGeom>
          <a:noFill/>
          <a:ln w="25400">
            <a:solidFill>
              <a:srgbClr val="0A93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39112"/>
            <a:ext cx="5486400" cy="749808"/>
          </a:xfrm>
          <a:prstGeom prst="rect">
            <a:avLst/>
          </a:prstGeom>
          <a:solidFill>
            <a:srgbClr val="EEF0FB"/>
          </a:solidFill>
          <a:ln w="19050">
            <a:solidFill>
              <a:srgbClr val="436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031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/ Minikube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 Platform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2788920"/>
            <a:ext cx="0" cy="146304"/>
          </a:xfrm>
          <a:prstGeom prst="line">
            <a:avLst/>
          </a:prstGeom>
          <a:noFill/>
          <a:ln w="25400">
            <a:solidFill>
              <a:srgbClr val="0A93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35224"/>
            <a:ext cx="5486400" cy="749808"/>
          </a:xfrm>
          <a:prstGeom prst="rect">
            <a:avLst/>
          </a:prstGeom>
          <a:solidFill>
            <a:srgbClr val="FFF1E6"/>
          </a:solidFill>
          <a:ln w="19050">
            <a:solidFill>
              <a:srgbClr val="EE9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9923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3192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Collection &amp; Visualisation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3685032"/>
            <a:ext cx="0" cy="146304"/>
          </a:xfrm>
          <a:prstGeom prst="line">
            <a:avLst/>
          </a:prstGeom>
          <a:noFill/>
          <a:ln w="25400">
            <a:solidFill>
              <a:srgbClr val="0A93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31336"/>
            <a:ext cx="5486400" cy="749808"/>
          </a:xfrm>
          <a:prstGeom prst="rect">
            <a:avLst/>
          </a:prstGeom>
          <a:solidFill>
            <a:srgbClr val="E8FFF0"/>
          </a:solidFill>
          <a:ln w="1905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9534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– Horizontal Pod Autoscaler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421538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Auto-scales pods based on CPU metrics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143000"/>
            <a:ext cx="256032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Tools Used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16642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Docker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21396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 Minikube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261518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⎈ Helm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3090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Prometheus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Grafana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40416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HPA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Kumar  |  Reg: 12209660  |  Sec: 4OM05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Environment Setup &amp; App Build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03920" y="137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cluster started on Windows 11 + FitMotion React app built with npm → Vite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60520" cy="2468880"/>
          </a:xfrm>
          <a:prstGeom prst="rect">
            <a:avLst/>
          </a:prstGeom>
          <a:solidFill>
            <a:srgbClr val="1C1C1C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8" name="Image 0" descr="/home/claude/report_images/image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417320"/>
            <a:ext cx="4160520" cy="2468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3913632"/>
            <a:ext cx="4160520" cy="256032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start + npm install + build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417320"/>
            <a:ext cx="4160520" cy="2468880"/>
          </a:xfrm>
          <a:prstGeom prst="rect">
            <a:avLst/>
          </a:prstGeom>
          <a:solidFill>
            <a:srgbClr val="1C1C1C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1" name="Image 1" descr="/home/claude/report_images/image2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417320"/>
            <a:ext cx="4160520" cy="2468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913632"/>
            <a:ext cx="4160520" cy="256032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build (multi-stage → Nginx)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Commands: </a:t>
            </a:r>
            <a:pPr indent="0" marL="0">
              <a:buNone/>
            </a:pPr>
            <a:r>
              <a:rPr lang="en-US" sz="11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start  |  npm run build  |  docker build -t fit-launchpad-main 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Kumar  |  Reg: 12209660  |  Sec: 4OM05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Application Deployment &amp; Verification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03920" y="137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6" name="Image 0" descr="/home/claude/report_images/image3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530352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51560"/>
            <a:ext cx="5303520" cy="3291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3708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FitMotion app running at localhost via port-forward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52160" y="1097280"/>
            <a:ext cx="384048" cy="38404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09360" y="11155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-f deployment.yaml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52160" y="1920240"/>
            <a:ext cx="384048" cy="38404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09360" y="1938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-f service.yaml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52160" y="2743200"/>
            <a:ext cx="384048" cy="38404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09360" y="27614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port-forward svc/fit-launchpad-service 1414:80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852160" y="3566160"/>
            <a:ext cx="384048" cy="38404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5216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09360" y="35844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verified at http://127.0.0.1:1414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760720" y="4297680"/>
            <a:ext cx="3108960" cy="4114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0720" y="4297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 Deployed Successfully!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Kumar  |  Reg: 12209660  |  Sec: 4OM05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Monitoring Stack: Prometheus &amp; Grafana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03920" y="137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Kube-Prometheus-Stack deployed via Helm. Prometheus scrapes all cluster components; Grafana visualises metrics.</a:t>
            </a:r>
            <a:endParaRPr lang="en-US" sz="1200" dirty="0"/>
          </a:p>
        </p:txBody>
      </p:sp>
      <p:pic>
        <p:nvPicPr>
          <p:cNvPr id="7" name="Image 0" descr="/home/claude/report_images/image4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417320"/>
            <a:ext cx="4160520" cy="2377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417320"/>
            <a:ext cx="416052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382219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install – STATUS: deployed ✔</a:t>
            </a:r>
            <a:endParaRPr lang="en-US" sz="1000" dirty="0"/>
          </a:p>
        </p:txBody>
      </p:sp>
      <p:pic>
        <p:nvPicPr>
          <p:cNvPr id="10" name="Image 1" descr="/home/claude/report_images/image5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417320"/>
            <a:ext cx="4160520" cy="23774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09160" y="1417320"/>
            <a:ext cx="416052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09160" y="382219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– 17 scrape targets all UP ✔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74320" y="41605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command: </a:t>
            </a:r>
            <a:pPr indent="0" marL="0">
              <a:buNone/>
            </a:pPr>
            <a:r>
              <a:rPr lang="en-US" sz="11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install monitoring prometheus-community/kube-prometheus-stack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Kumar  |  Reg: 12209660  |  Sec: 4OM05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Grafana Dashboard (Custom PromQL)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03920" y="137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6" name="Image 0" descr="/home/claude/report_images/image6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566928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51560"/>
            <a:ext cx="5669280" cy="3474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26480" y="1051560"/>
            <a:ext cx="274320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Details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72200" y="15544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72200" y="17647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172200" y="212140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(PromQL):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72200" y="2331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rate(container_cpu_usage_seconds_total{pod=~"fit-launchpad.*"}[1m])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72200" y="268833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72200" y="2898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15s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72200" y="325526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72200" y="34655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172200" y="38221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72200" y="40325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CPU tracking per pod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Kumar  |  Reg: 12209660  |  Sec: 4OM05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Load Testing &amp; Troubleshooting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03920" y="137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busybox load-generator pod sent infinite HTTP requests to stress the app and trigger HPA.</a:t>
            </a:r>
            <a:endParaRPr lang="en-US" sz="1200" dirty="0"/>
          </a:p>
        </p:txBody>
      </p:sp>
      <p:pic>
        <p:nvPicPr>
          <p:cNvPr id="7" name="Image 0" descr="/home/claude/report_images/image7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417320"/>
            <a:ext cx="4160520" cy="2331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417320"/>
            <a:ext cx="416052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376732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Connection refused errors during load test</a:t>
            </a:r>
            <a:endParaRPr lang="en-US" sz="1000" dirty="0"/>
          </a:p>
        </p:txBody>
      </p:sp>
      <p:pic>
        <p:nvPicPr>
          <p:cNvPr id="10" name="Image 1" descr="/home/claude/report_images/image8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417320"/>
            <a:ext cx="4160520" cy="23317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09160" y="1417320"/>
            <a:ext cx="416052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09160" y="376732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API version errors → fixed with autoscaling/v2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74320" y="4114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1: </a:t>
            </a:r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ClusterIP not reachable from busybox pod — fixed service selector.  </a:t>
            </a:r>
            <a:pPr indent="0" marL="0">
              <a:buNone/>
            </a:pPr>
            <a:r>
              <a:rPr lang="en-US" sz="11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2: </a:t>
            </a:r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--cpu-percent deprecated → replaced with autoscaling/v2 format.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Kumar  |  Reg: 12209660  |  Sec: 4OM05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Autoscaling in Action (HPA)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03920" y="137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pic>
        <p:nvPicPr>
          <p:cNvPr id="6" name="Image 0" descr="/home/claude/report_images/image9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530352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51560"/>
            <a:ext cx="5303520" cy="333756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4074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scaling up from 2 → 10 in real-time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0" y="1097280"/>
            <a:ext cx="2880360" cy="749808"/>
          </a:xfrm>
          <a:prstGeom prst="rect">
            <a:avLst/>
          </a:prstGeom>
          <a:solidFill>
            <a:srgbClr val="EAF6F6"/>
          </a:solidFill>
          <a:ln w="19050">
            <a:solidFill>
              <a:srgbClr val="0A93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133856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132320" y="12801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Replicas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0" y="2011680"/>
            <a:ext cx="2880360" cy="749808"/>
          </a:xfrm>
          <a:prstGeom prst="rect">
            <a:avLst/>
          </a:prstGeom>
          <a:solidFill>
            <a:srgbClr val="EAF6F6"/>
          </a:solidFill>
          <a:ln w="19050">
            <a:solidFill>
              <a:srgbClr val="0A93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048256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132320" y="21945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Replicas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0" y="2926080"/>
            <a:ext cx="2880360" cy="749808"/>
          </a:xfrm>
          <a:prstGeom prst="rect">
            <a:avLst/>
          </a:prstGeom>
          <a:solidFill>
            <a:srgbClr val="E8FFF0"/>
          </a:solidFill>
          <a:ln w="19050">
            <a:solidFill>
              <a:srgbClr val="2DC65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2962656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132320" y="31089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Trigger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43600" y="3840480"/>
            <a:ext cx="2880360" cy="749808"/>
          </a:xfrm>
          <a:prstGeom prst="rect">
            <a:avLst/>
          </a:prstGeom>
          <a:solidFill>
            <a:srgbClr val="E8FFF0"/>
          </a:solidFill>
          <a:ln w="19050">
            <a:solidFill>
              <a:srgbClr val="2DC65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3877056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44/10%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7132320" y="40233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/ Target CPU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43600" y="4617720"/>
            <a:ext cx="2880360" cy="2286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0" y="46177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working perfectly ✔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743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Kumar  |  Reg: 12209660  |  Sec: 4OM05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503920" y="4892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OUTCOMES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5486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Successfully containerized FitMotion with Docker &amp; Nginx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07568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Deployed on Kubernetes (Minikube) with zero manual intervention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observability via Prometheus (17 targets) + Grafana dashboard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08152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HPA auto-scaled deployment from 2 → 10 pods under load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358444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Resolved real-world issues: network config &amp; API versioning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08736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 downtime during high-traffic simulation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675120" y="1371600"/>
            <a:ext cx="2194560" cy="3383280"/>
          </a:xfrm>
          <a:prstGeom prst="rect">
            <a:avLst/>
          </a:prstGeom>
          <a:solidFill>
            <a:srgbClr val="0A9396">
              <a:alpha val="85000"/>
            </a:srgbClr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463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20840" y="2103120"/>
            <a:ext cx="2103120" cy="53035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10312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Pipeline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2761488"/>
            <a:ext cx="2103120" cy="53035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76148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Design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20840" y="3419856"/>
            <a:ext cx="2103120" cy="53035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41985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Metrics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0840" y="4078224"/>
            <a:ext cx="2103120" cy="53035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407822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Infra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Kumar  |  Reg: 12209660  |  Roll: 42  |  Section: 4OM05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Cloud-Native Monitoring &amp; Autoscaling – FitMotion</dc:title>
  <dc:subject>PptxGenJS Presentation</dc:subject>
  <dc:creator>PptxGenJS</dc:creator>
  <cp:lastModifiedBy>PptxGenJS</cp:lastModifiedBy>
  <cp:revision>1</cp:revision>
  <dcterms:created xsi:type="dcterms:W3CDTF">2026-04-19T19:34:25Z</dcterms:created>
  <dcterms:modified xsi:type="dcterms:W3CDTF">2026-04-19T19:34:25Z</dcterms:modified>
</cp:coreProperties>
</file>